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378" r:id="rId2"/>
    <p:sldId id="340" r:id="rId3"/>
    <p:sldId id="365" r:id="rId4"/>
    <p:sldId id="370" r:id="rId5"/>
  </p:sldIdLst>
  <p:sldSz cx="9906000" cy="6767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 autoAdjust="0"/>
    <p:restoredTop sz="86375" autoAdjust="0"/>
  </p:normalViewPr>
  <p:slideViewPr>
    <p:cSldViewPr snapToGrid="0">
      <p:cViewPr varScale="1">
        <p:scale>
          <a:sx n="70" d="100"/>
          <a:sy n="70" d="100"/>
        </p:scale>
        <p:origin x="1157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F0DDF-BAC9-4820-8357-37CE050CF5E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1143000"/>
            <a:ext cx="4514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FAAEF-990E-4F50-B29A-5B3485DB28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40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FAAEF-990E-4F50-B29A-5B3485DB289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256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FAAEF-990E-4F50-B29A-5B3485DB289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11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07554"/>
            <a:ext cx="8420100" cy="2356097"/>
          </a:xfrm>
        </p:spPr>
        <p:txBody>
          <a:bodyPr anchor="b"/>
          <a:lstStyle>
            <a:lvl1pPr algn="ctr">
              <a:defRPr sz="592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554512"/>
            <a:ext cx="7429500" cy="1633915"/>
          </a:xfrm>
        </p:spPr>
        <p:txBody>
          <a:bodyPr/>
          <a:lstStyle>
            <a:lvl1pPr marL="0" indent="0" algn="ctr">
              <a:buNone/>
              <a:defRPr sz="2368"/>
            </a:lvl1pPr>
            <a:lvl2pPr marL="451165" indent="0" algn="ctr">
              <a:buNone/>
              <a:defRPr sz="1974"/>
            </a:lvl2pPr>
            <a:lvl3pPr marL="902330" indent="0" algn="ctr">
              <a:buNone/>
              <a:defRPr sz="1776"/>
            </a:lvl3pPr>
            <a:lvl4pPr marL="1353495" indent="0" algn="ctr">
              <a:buNone/>
              <a:defRPr sz="1579"/>
            </a:lvl4pPr>
            <a:lvl5pPr marL="1804660" indent="0" algn="ctr">
              <a:buNone/>
              <a:defRPr sz="1579"/>
            </a:lvl5pPr>
            <a:lvl6pPr marL="2255825" indent="0" algn="ctr">
              <a:buNone/>
              <a:defRPr sz="1579"/>
            </a:lvl6pPr>
            <a:lvl7pPr marL="2706990" indent="0" algn="ctr">
              <a:buNone/>
              <a:defRPr sz="1579"/>
            </a:lvl7pPr>
            <a:lvl8pPr marL="3158155" indent="0" algn="ctr">
              <a:buNone/>
              <a:defRPr sz="1579"/>
            </a:lvl8pPr>
            <a:lvl9pPr marL="3609320" indent="0" algn="ctr">
              <a:buNone/>
              <a:defRPr sz="1579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39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73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687181"/>
            <a:ext cx="8543925" cy="2815097"/>
          </a:xfrm>
        </p:spPr>
        <p:txBody>
          <a:bodyPr anchor="b"/>
          <a:lstStyle>
            <a:lvl1pPr>
              <a:defRPr sz="592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28909"/>
            <a:ext cx="8543925" cy="1480393"/>
          </a:xfrm>
        </p:spPr>
        <p:txBody>
          <a:bodyPr/>
          <a:lstStyle>
            <a:lvl1pPr marL="0" indent="0">
              <a:buNone/>
              <a:defRPr sz="2368">
                <a:solidFill>
                  <a:schemeClr val="tx1"/>
                </a:solidFill>
              </a:defRPr>
            </a:lvl1pPr>
            <a:lvl2pPr marL="451165" indent="0">
              <a:buNone/>
              <a:defRPr sz="1974">
                <a:solidFill>
                  <a:schemeClr val="tx1">
                    <a:tint val="75000"/>
                  </a:schemeClr>
                </a:solidFill>
              </a:defRPr>
            </a:lvl2pPr>
            <a:lvl3pPr marL="902330" indent="0">
              <a:buNone/>
              <a:defRPr sz="1776">
                <a:solidFill>
                  <a:schemeClr val="tx1">
                    <a:tint val="75000"/>
                  </a:schemeClr>
                </a:solidFill>
              </a:defRPr>
            </a:lvl3pPr>
            <a:lvl4pPr marL="1353495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4pPr>
            <a:lvl5pPr marL="180466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5pPr>
            <a:lvl6pPr marL="2255825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6pPr>
            <a:lvl7pPr marL="270699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7pPr>
            <a:lvl8pPr marL="3158155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8pPr>
            <a:lvl9pPr marL="360932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79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01537"/>
            <a:ext cx="4210050" cy="4293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01537"/>
            <a:ext cx="4210050" cy="4293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71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0309"/>
            <a:ext cx="8543925" cy="1308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58981"/>
            <a:ext cx="4190702" cy="813041"/>
          </a:xfrm>
        </p:spPr>
        <p:txBody>
          <a:bodyPr anchor="b"/>
          <a:lstStyle>
            <a:lvl1pPr marL="0" indent="0">
              <a:buNone/>
              <a:defRPr sz="2368" b="1"/>
            </a:lvl1pPr>
            <a:lvl2pPr marL="451165" indent="0">
              <a:buNone/>
              <a:defRPr sz="1974" b="1"/>
            </a:lvl2pPr>
            <a:lvl3pPr marL="902330" indent="0">
              <a:buNone/>
              <a:defRPr sz="1776" b="1"/>
            </a:lvl3pPr>
            <a:lvl4pPr marL="1353495" indent="0">
              <a:buNone/>
              <a:defRPr sz="1579" b="1"/>
            </a:lvl4pPr>
            <a:lvl5pPr marL="1804660" indent="0">
              <a:buNone/>
              <a:defRPr sz="1579" b="1"/>
            </a:lvl5pPr>
            <a:lvl6pPr marL="2255825" indent="0">
              <a:buNone/>
              <a:defRPr sz="1579" b="1"/>
            </a:lvl6pPr>
            <a:lvl7pPr marL="2706990" indent="0">
              <a:buNone/>
              <a:defRPr sz="1579" b="1"/>
            </a:lvl7pPr>
            <a:lvl8pPr marL="3158155" indent="0">
              <a:buNone/>
              <a:defRPr sz="1579" b="1"/>
            </a:lvl8pPr>
            <a:lvl9pPr marL="3609320" indent="0">
              <a:buNone/>
              <a:defRPr sz="157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472022"/>
            <a:ext cx="4190702" cy="36359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58981"/>
            <a:ext cx="4211340" cy="813041"/>
          </a:xfrm>
        </p:spPr>
        <p:txBody>
          <a:bodyPr anchor="b"/>
          <a:lstStyle>
            <a:lvl1pPr marL="0" indent="0">
              <a:buNone/>
              <a:defRPr sz="2368" b="1"/>
            </a:lvl1pPr>
            <a:lvl2pPr marL="451165" indent="0">
              <a:buNone/>
              <a:defRPr sz="1974" b="1"/>
            </a:lvl2pPr>
            <a:lvl3pPr marL="902330" indent="0">
              <a:buNone/>
              <a:defRPr sz="1776" b="1"/>
            </a:lvl3pPr>
            <a:lvl4pPr marL="1353495" indent="0">
              <a:buNone/>
              <a:defRPr sz="1579" b="1"/>
            </a:lvl4pPr>
            <a:lvl5pPr marL="1804660" indent="0">
              <a:buNone/>
              <a:defRPr sz="1579" b="1"/>
            </a:lvl5pPr>
            <a:lvl6pPr marL="2255825" indent="0">
              <a:buNone/>
              <a:defRPr sz="1579" b="1"/>
            </a:lvl6pPr>
            <a:lvl7pPr marL="2706990" indent="0">
              <a:buNone/>
              <a:defRPr sz="1579" b="1"/>
            </a:lvl7pPr>
            <a:lvl8pPr marL="3158155" indent="0">
              <a:buNone/>
              <a:defRPr sz="1579" b="1"/>
            </a:lvl8pPr>
            <a:lvl9pPr marL="3609320" indent="0">
              <a:buNone/>
              <a:defRPr sz="157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472022"/>
            <a:ext cx="4211340" cy="36359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350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15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380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1168"/>
            <a:ext cx="3194943" cy="1579086"/>
          </a:xfrm>
        </p:spPr>
        <p:txBody>
          <a:bodyPr anchor="b"/>
          <a:lstStyle>
            <a:lvl1pPr>
              <a:defRPr sz="315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74398"/>
            <a:ext cx="5014913" cy="4809321"/>
          </a:xfrm>
        </p:spPr>
        <p:txBody>
          <a:bodyPr/>
          <a:lstStyle>
            <a:lvl1pPr>
              <a:defRPr sz="3158"/>
            </a:lvl1pPr>
            <a:lvl2pPr>
              <a:defRPr sz="2763"/>
            </a:lvl2pPr>
            <a:lvl3pPr>
              <a:defRPr sz="2368"/>
            </a:lvl3pPr>
            <a:lvl4pPr>
              <a:defRPr sz="1974"/>
            </a:lvl4pPr>
            <a:lvl5pPr>
              <a:defRPr sz="1974"/>
            </a:lvl5pPr>
            <a:lvl6pPr>
              <a:defRPr sz="1974"/>
            </a:lvl6pPr>
            <a:lvl7pPr>
              <a:defRPr sz="1974"/>
            </a:lvl7pPr>
            <a:lvl8pPr>
              <a:defRPr sz="1974"/>
            </a:lvl8pPr>
            <a:lvl9pPr>
              <a:defRPr sz="1974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30254"/>
            <a:ext cx="3194943" cy="3761296"/>
          </a:xfrm>
        </p:spPr>
        <p:txBody>
          <a:bodyPr/>
          <a:lstStyle>
            <a:lvl1pPr marL="0" indent="0">
              <a:buNone/>
              <a:defRPr sz="1579"/>
            </a:lvl1pPr>
            <a:lvl2pPr marL="451165" indent="0">
              <a:buNone/>
              <a:defRPr sz="1382"/>
            </a:lvl2pPr>
            <a:lvl3pPr marL="902330" indent="0">
              <a:buNone/>
              <a:defRPr sz="1184"/>
            </a:lvl3pPr>
            <a:lvl4pPr marL="1353495" indent="0">
              <a:buNone/>
              <a:defRPr sz="987"/>
            </a:lvl4pPr>
            <a:lvl5pPr marL="1804660" indent="0">
              <a:buNone/>
              <a:defRPr sz="987"/>
            </a:lvl5pPr>
            <a:lvl6pPr marL="2255825" indent="0">
              <a:buNone/>
              <a:defRPr sz="987"/>
            </a:lvl6pPr>
            <a:lvl7pPr marL="2706990" indent="0">
              <a:buNone/>
              <a:defRPr sz="987"/>
            </a:lvl7pPr>
            <a:lvl8pPr marL="3158155" indent="0">
              <a:buNone/>
              <a:defRPr sz="987"/>
            </a:lvl8pPr>
            <a:lvl9pPr marL="3609320" indent="0">
              <a:buNone/>
              <a:defRPr sz="9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3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1168"/>
            <a:ext cx="3194943" cy="1579086"/>
          </a:xfrm>
        </p:spPr>
        <p:txBody>
          <a:bodyPr anchor="b"/>
          <a:lstStyle>
            <a:lvl1pPr>
              <a:defRPr sz="315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74398"/>
            <a:ext cx="5014913" cy="4809321"/>
          </a:xfrm>
        </p:spPr>
        <p:txBody>
          <a:bodyPr anchor="t"/>
          <a:lstStyle>
            <a:lvl1pPr marL="0" indent="0">
              <a:buNone/>
              <a:defRPr sz="3158"/>
            </a:lvl1pPr>
            <a:lvl2pPr marL="451165" indent="0">
              <a:buNone/>
              <a:defRPr sz="2763"/>
            </a:lvl2pPr>
            <a:lvl3pPr marL="902330" indent="0">
              <a:buNone/>
              <a:defRPr sz="2368"/>
            </a:lvl3pPr>
            <a:lvl4pPr marL="1353495" indent="0">
              <a:buNone/>
              <a:defRPr sz="1974"/>
            </a:lvl4pPr>
            <a:lvl5pPr marL="1804660" indent="0">
              <a:buNone/>
              <a:defRPr sz="1974"/>
            </a:lvl5pPr>
            <a:lvl6pPr marL="2255825" indent="0">
              <a:buNone/>
              <a:defRPr sz="1974"/>
            </a:lvl6pPr>
            <a:lvl7pPr marL="2706990" indent="0">
              <a:buNone/>
              <a:defRPr sz="1974"/>
            </a:lvl7pPr>
            <a:lvl8pPr marL="3158155" indent="0">
              <a:buNone/>
              <a:defRPr sz="1974"/>
            </a:lvl8pPr>
            <a:lvl9pPr marL="3609320" indent="0">
              <a:buNone/>
              <a:defRPr sz="1974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30254"/>
            <a:ext cx="3194943" cy="3761296"/>
          </a:xfrm>
        </p:spPr>
        <p:txBody>
          <a:bodyPr/>
          <a:lstStyle>
            <a:lvl1pPr marL="0" indent="0">
              <a:buNone/>
              <a:defRPr sz="1579"/>
            </a:lvl1pPr>
            <a:lvl2pPr marL="451165" indent="0">
              <a:buNone/>
              <a:defRPr sz="1382"/>
            </a:lvl2pPr>
            <a:lvl3pPr marL="902330" indent="0">
              <a:buNone/>
              <a:defRPr sz="1184"/>
            </a:lvl3pPr>
            <a:lvl4pPr marL="1353495" indent="0">
              <a:buNone/>
              <a:defRPr sz="987"/>
            </a:lvl4pPr>
            <a:lvl5pPr marL="1804660" indent="0">
              <a:buNone/>
              <a:defRPr sz="987"/>
            </a:lvl5pPr>
            <a:lvl6pPr marL="2255825" indent="0">
              <a:buNone/>
              <a:defRPr sz="987"/>
            </a:lvl6pPr>
            <a:lvl7pPr marL="2706990" indent="0">
              <a:buNone/>
              <a:defRPr sz="987"/>
            </a:lvl7pPr>
            <a:lvl8pPr marL="3158155" indent="0">
              <a:buNone/>
              <a:defRPr sz="987"/>
            </a:lvl8pPr>
            <a:lvl9pPr marL="3609320" indent="0">
              <a:buNone/>
              <a:defRPr sz="9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45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0308"/>
            <a:ext cx="2135981" cy="573515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0308"/>
            <a:ext cx="6284119" cy="573515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87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0309"/>
            <a:ext cx="8543925" cy="1308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01537"/>
            <a:ext cx="8543925" cy="429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272484"/>
            <a:ext cx="2228850" cy="36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86AC3-66F6-41D4-8CE9-A9D9656FBA2E}" type="datetimeFigureOut">
              <a:rPr lang="zh-TW" altLang="en-US" smtClean="0"/>
              <a:t>2025/7/2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272484"/>
            <a:ext cx="3343275" cy="36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272484"/>
            <a:ext cx="2228850" cy="36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1BE05-4577-48AE-A6B1-F24E0042C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50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02330" rtl="0" eaLnBrk="1" latinLnBrk="0" hangingPunct="1">
        <a:lnSpc>
          <a:spcPct val="90000"/>
        </a:lnSpc>
        <a:spcBef>
          <a:spcPct val="0"/>
        </a:spcBef>
        <a:buNone/>
        <a:defRPr sz="434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582" indent="-225582" algn="l" defTabSz="902330" rtl="0" eaLnBrk="1" latinLnBrk="0" hangingPunct="1">
        <a:lnSpc>
          <a:spcPct val="90000"/>
        </a:lnSpc>
        <a:spcBef>
          <a:spcPts val="987"/>
        </a:spcBef>
        <a:buFont typeface="Arial" panose="020B0604020202020204" pitchFamily="34" charset="0"/>
        <a:buChar char="•"/>
        <a:defRPr sz="2763" kern="1200">
          <a:solidFill>
            <a:schemeClr val="tx1"/>
          </a:solidFill>
          <a:latin typeface="+mn-lt"/>
          <a:ea typeface="+mn-ea"/>
          <a:cs typeface="+mn-cs"/>
        </a:defRPr>
      </a:lvl1pPr>
      <a:lvl2pPr marL="67674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2368" kern="1200">
          <a:solidFill>
            <a:schemeClr val="tx1"/>
          </a:solidFill>
          <a:latin typeface="+mn-lt"/>
          <a:ea typeface="+mn-ea"/>
          <a:cs typeface="+mn-cs"/>
        </a:defRPr>
      </a:lvl2pPr>
      <a:lvl3pPr marL="112791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974" kern="1200">
          <a:solidFill>
            <a:schemeClr val="tx1"/>
          </a:solidFill>
          <a:latin typeface="+mn-lt"/>
          <a:ea typeface="+mn-ea"/>
          <a:cs typeface="+mn-cs"/>
        </a:defRPr>
      </a:lvl3pPr>
      <a:lvl4pPr marL="157907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4pPr>
      <a:lvl5pPr marL="203024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5pPr>
      <a:lvl6pPr marL="248140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6pPr>
      <a:lvl7pPr marL="293257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7pPr>
      <a:lvl8pPr marL="3383737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8pPr>
      <a:lvl9pPr marL="3834902" indent="-225582" algn="l" defTabSz="902330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1pPr>
      <a:lvl2pPr marL="45116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2pPr>
      <a:lvl3pPr marL="90233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3pPr>
      <a:lvl4pPr marL="135349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4pPr>
      <a:lvl5pPr marL="180466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5pPr>
      <a:lvl6pPr marL="225582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6pPr>
      <a:lvl7pPr marL="270699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7pPr>
      <a:lvl8pPr marL="3158155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8pPr>
      <a:lvl9pPr marL="3609320" algn="l" defTabSz="902330" rtl="0" eaLnBrk="1" latinLnBrk="0" hangingPunct="1">
        <a:defRPr sz="17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376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7A75719-BB05-4615-AAF5-F2A25624BEA7}"/>
              </a:ext>
            </a:extLst>
          </p:cNvPr>
          <p:cNvSpPr/>
          <p:nvPr/>
        </p:nvSpPr>
        <p:spPr>
          <a:xfrm>
            <a:off x="1282246" y="2298369"/>
            <a:ext cx="7448193" cy="191590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TW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如有漏掉的物件</a:t>
            </a:r>
            <a:endParaRPr lang="en-US" altLang="zh-TW" sz="6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請口頭介紹下唷</a:t>
            </a:r>
            <a:r>
              <a:rPr lang="en-US" altLang="zh-TW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!</a:t>
            </a:r>
            <a:r>
              <a:rPr lang="zh-TW" alt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謝謝</a:t>
            </a:r>
          </a:p>
        </p:txBody>
      </p:sp>
    </p:spTree>
    <p:extLst>
      <p:ext uri="{BB962C8B-B14F-4D97-AF65-F5344CB8AC3E}">
        <p14:creationId xmlns:p14="http://schemas.microsoft.com/office/powerpoint/2010/main" val="73843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E15816-A9AE-439A-97B2-582CB181C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678848"/>
              </p:ext>
            </p:extLst>
          </p:nvPr>
        </p:nvGraphicFramePr>
        <p:xfrm>
          <a:off x="1" y="0"/>
          <a:ext cx="9905999" cy="6767512"/>
        </p:xfrm>
        <a:graphic>
          <a:graphicData uri="http://schemas.openxmlformats.org/drawingml/2006/table">
            <a:tbl>
              <a:tblPr/>
              <a:tblGrid>
                <a:gridCol w="455734">
                  <a:extLst>
                    <a:ext uri="{9D8B030D-6E8A-4147-A177-3AD203B41FA5}">
                      <a16:colId xmlns:a16="http://schemas.microsoft.com/office/drawing/2014/main" val="3261355531"/>
                    </a:ext>
                  </a:extLst>
                </a:gridCol>
                <a:gridCol w="672753">
                  <a:extLst>
                    <a:ext uri="{9D8B030D-6E8A-4147-A177-3AD203B41FA5}">
                      <a16:colId xmlns:a16="http://schemas.microsoft.com/office/drawing/2014/main" val="205401616"/>
                    </a:ext>
                  </a:extLst>
                </a:gridCol>
                <a:gridCol w="987424">
                  <a:extLst>
                    <a:ext uri="{9D8B030D-6E8A-4147-A177-3AD203B41FA5}">
                      <a16:colId xmlns:a16="http://schemas.microsoft.com/office/drawing/2014/main" val="2502086734"/>
                    </a:ext>
                  </a:extLst>
                </a:gridCol>
                <a:gridCol w="596793">
                  <a:extLst>
                    <a:ext uri="{9D8B030D-6E8A-4147-A177-3AD203B41FA5}">
                      <a16:colId xmlns:a16="http://schemas.microsoft.com/office/drawing/2014/main" val="3560786337"/>
                    </a:ext>
                  </a:extLst>
                </a:gridCol>
                <a:gridCol w="126593">
                  <a:extLst>
                    <a:ext uri="{9D8B030D-6E8A-4147-A177-3AD203B41FA5}">
                      <a16:colId xmlns:a16="http://schemas.microsoft.com/office/drawing/2014/main" val="39123148"/>
                    </a:ext>
                  </a:extLst>
                </a:gridCol>
                <a:gridCol w="180846">
                  <a:extLst>
                    <a:ext uri="{9D8B030D-6E8A-4147-A177-3AD203B41FA5}">
                      <a16:colId xmlns:a16="http://schemas.microsoft.com/office/drawing/2014/main" val="2258266712"/>
                    </a:ext>
                  </a:extLst>
                </a:gridCol>
                <a:gridCol w="421242">
                  <a:extLst>
                    <a:ext uri="{9D8B030D-6E8A-4147-A177-3AD203B41FA5}">
                      <a16:colId xmlns:a16="http://schemas.microsoft.com/office/drawing/2014/main" val="1609835400"/>
                    </a:ext>
                  </a:extLst>
                </a:gridCol>
                <a:gridCol w="199070">
                  <a:extLst>
                    <a:ext uri="{9D8B030D-6E8A-4147-A177-3AD203B41FA5}">
                      <a16:colId xmlns:a16="http://schemas.microsoft.com/office/drawing/2014/main" val="3474232728"/>
                    </a:ext>
                  </a:extLst>
                </a:gridCol>
                <a:gridCol w="361554">
                  <a:extLst>
                    <a:ext uri="{9D8B030D-6E8A-4147-A177-3AD203B41FA5}">
                      <a16:colId xmlns:a16="http://schemas.microsoft.com/office/drawing/2014/main" val="3558211850"/>
                    </a:ext>
                  </a:extLst>
                </a:gridCol>
                <a:gridCol w="999950">
                  <a:extLst>
                    <a:ext uri="{9D8B030D-6E8A-4147-A177-3AD203B41FA5}">
                      <a16:colId xmlns:a16="http://schemas.microsoft.com/office/drawing/2014/main" val="3315719385"/>
                    </a:ext>
                  </a:extLst>
                </a:gridCol>
                <a:gridCol w="307439">
                  <a:extLst>
                    <a:ext uri="{9D8B030D-6E8A-4147-A177-3AD203B41FA5}">
                      <a16:colId xmlns:a16="http://schemas.microsoft.com/office/drawing/2014/main" val="2273641357"/>
                    </a:ext>
                  </a:extLst>
                </a:gridCol>
                <a:gridCol w="235100">
                  <a:extLst>
                    <a:ext uri="{9D8B030D-6E8A-4147-A177-3AD203B41FA5}">
                      <a16:colId xmlns:a16="http://schemas.microsoft.com/office/drawing/2014/main" val="1097541361"/>
                    </a:ext>
                  </a:extLst>
                </a:gridCol>
                <a:gridCol w="180846">
                  <a:extLst>
                    <a:ext uri="{9D8B030D-6E8A-4147-A177-3AD203B41FA5}">
                      <a16:colId xmlns:a16="http://schemas.microsoft.com/office/drawing/2014/main" val="3983211229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1951277796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3668430305"/>
                    </a:ext>
                  </a:extLst>
                </a:gridCol>
                <a:gridCol w="253185">
                  <a:extLst>
                    <a:ext uri="{9D8B030D-6E8A-4147-A177-3AD203B41FA5}">
                      <a16:colId xmlns:a16="http://schemas.microsoft.com/office/drawing/2014/main" val="756074718"/>
                    </a:ext>
                  </a:extLst>
                </a:gridCol>
                <a:gridCol w="72339">
                  <a:extLst>
                    <a:ext uri="{9D8B030D-6E8A-4147-A177-3AD203B41FA5}">
                      <a16:colId xmlns:a16="http://schemas.microsoft.com/office/drawing/2014/main" val="4014691165"/>
                    </a:ext>
                  </a:extLst>
                </a:gridCol>
                <a:gridCol w="72339">
                  <a:extLst>
                    <a:ext uri="{9D8B030D-6E8A-4147-A177-3AD203B41FA5}">
                      <a16:colId xmlns:a16="http://schemas.microsoft.com/office/drawing/2014/main" val="1884270534"/>
                    </a:ext>
                  </a:extLst>
                </a:gridCol>
                <a:gridCol w="41465">
                  <a:extLst>
                    <a:ext uri="{9D8B030D-6E8A-4147-A177-3AD203B41FA5}">
                      <a16:colId xmlns:a16="http://schemas.microsoft.com/office/drawing/2014/main" val="2757824135"/>
                    </a:ext>
                  </a:extLst>
                </a:gridCol>
                <a:gridCol w="41465">
                  <a:extLst>
                    <a:ext uri="{9D8B030D-6E8A-4147-A177-3AD203B41FA5}">
                      <a16:colId xmlns:a16="http://schemas.microsoft.com/office/drawing/2014/main" val="2130781033"/>
                    </a:ext>
                  </a:extLst>
                </a:gridCol>
                <a:gridCol w="72339">
                  <a:extLst>
                    <a:ext uri="{9D8B030D-6E8A-4147-A177-3AD203B41FA5}">
                      <a16:colId xmlns:a16="http://schemas.microsoft.com/office/drawing/2014/main" val="771804379"/>
                    </a:ext>
                  </a:extLst>
                </a:gridCol>
                <a:gridCol w="41465">
                  <a:extLst>
                    <a:ext uri="{9D8B030D-6E8A-4147-A177-3AD203B41FA5}">
                      <a16:colId xmlns:a16="http://schemas.microsoft.com/office/drawing/2014/main" val="2660114580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1908552471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1717218108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2469046972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1707375525"/>
                    </a:ext>
                  </a:extLst>
                </a:gridCol>
                <a:gridCol w="126593">
                  <a:extLst>
                    <a:ext uri="{9D8B030D-6E8A-4147-A177-3AD203B41FA5}">
                      <a16:colId xmlns:a16="http://schemas.microsoft.com/office/drawing/2014/main" val="498564745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3282714987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3172750703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3852485769"/>
                    </a:ext>
                  </a:extLst>
                </a:gridCol>
                <a:gridCol w="72339">
                  <a:extLst>
                    <a:ext uri="{9D8B030D-6E8A-4147-A177-3AD203B41FA5}">
                      <a16:colId xmlns:a16="http://schemas.microsoft.com/office/drawing/2014/main" val="2101953454"/>
                    </a:ext>
                  </a:extLst>
                </a:gridCol>
                <a:gridCol w="72339">
                  <a:extLst>
                    <a:ext uri="{9D8B030D-6E8A-4147-A177-3AD203B41FA5}">
                      <a16:colId xmlns:a16="http://schemas.microsoft.com/office/drawing/2014/main" val="3866554071"/>
                    </a:ext>
                  </a:extLst>
                </a:gridCol>
                <a:gridCol w="235100">
                  <a:extLst>
                    <a:ext uri="{9D8B030D-6E8A-4147-A177-3AD203B41FA5}">
                      <a16:colId xmlns:a16="http://schemas.microsoft.com/office/drawing/2014/main" val="1184233982"/>
                    </a:ext>
                  </a:extLst>
                </a:gridCol>
                <a:gridCol w="144677">
                  <a:extLst>
                    <a:ext uri="{9D8B030D-6E8A-4147-A177-3AD203B41FA5}">
                      <a16:colId xmlns:a16="http://schemas.microsoft.com/office/drawing/2014/main" val="3707823175"/>
                    </a:ext>
                  </a:extLst>
                </a:gridCol>
                <a:gridCol w="41465">
                  <a:extLst>
                    <a:ext uri="{9D8B030D-6E8A-4147-A177-3AD203B41FA5}">
                      <a16:colId xmlns:a16="http://schemas.microsoft.com/office/drawing/2014/main" val="29671420"/>
                    </a:ext>
                  </a:extLst>
                </a:gridCol>
                <a:gridCol w="235100">
                  <a:extLst>
                    <a:ext uri="{9D8B030D-6E8A-4147-A177-3AD203B41FA5}">
                      <a16:colId xmlns:a16="http://schemas.microsoft.com/office/drawing/2014/main" val="1082212082"/>
                    </a:ext>
                  </a:extLst>
                </a:gridCol>
                <a:gridCol w="307439">
                  <a:extLst>
                    <a:ext uri="{9D8B030D-6E8A-4147-A177-3AD203B41FA5}">
                      <a16:colId xmlns:a16="http://schemas.microsoft.com/office/drawing/2014/main" val="3729216938"/>
                    </a:ext>
                  </a:extLst>
                </a:gridCol>
                <a:gridCol w="144677">
                  <a:extLst>
                    <a:ext uri="{9D8B030D-6E8A-4147-A177-3AD203B41FA5}">
                      <a16:colId xmlns:a16="http://schemas.microsoft.com/office/drawing/2014/main" val="2923518429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2076896054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2073074289"/>
                    </a:ext>
                  </a:extLst>
                </a:gridCol>
                <a:gridCol w="253185">
                  <a:extLst>
                    <a:ext uri="{9D8B030D-6E8A-4147-A177-3AD203B41FA5}">
                      <a16:colId xmlns:a16="http://schemas.microsoft.com/office/drawing/2014/main" val="4206978725"/>
                    </a:ext>
                  </a:extLst>
                </a:gridCol>
                <a:gridCol w="162762">
                  <a:extLst>
                    <a:ext uri="{9D8B030D-6E8A-4147-A177-3AD203B41FA5}">
                      <a16:colId xmlns:a16="http://schemas.microsoft.com/office/drawing/2014/main" val="1573958136"/>
                    </a:ext>
                  </a:extLst>
                </a:gridCol>
              </a:tblGrid>
              <a:tr h="75860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案名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1"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936573"/>
                  </a:ext>
                </a:extLst>
              </a:tr>
              <a:tr h="131756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地址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1"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0665"/>
                  </a:ext>
                </a:extLst>
              </a:tr>
              <a:tr h="75860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TW" alt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委託總價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en-US" altLang="zh-TW" sz="3200" b="1" i="0" u="none" strike="noStrike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477048"/>
                  </a:ext>
                </a:extLst>
              </a:tr>
              <a:tr h="758600">
                <a:tc gridSpan="2">
                  <a:txBody>
                    <a:bodyPr/>
                    <a:lstStyle/>
                    <a:p>
                      <a:pPr algn="dist" fontAlgn="auto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總地坪：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坪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每坪單價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$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554529"/>
                  </a:ext>
                </a:extLst>
              </a:tr>
              <a:tr h="758600">
                <a:tc gridSpan="2">
                  <a:txBody>
                    <a:bodyPr/>
                    <a:lstStyle/>
                    <a:p>
                      <a:pPr algn="dist" fontAlgn="auto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臨路約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約米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dist" fontAlgn="auto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座向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dist" fontAlgn="auto"/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433868"/>
                  </a:ext>
                </a:extLst>
              </a:tr>
              <a:tr h="758600">
                <a:tc gridSpan="2">
                  <a:txBody>
                    <a:bodyPr/>
                    <a:lstStyle/>
                    <a:p>
                      <a:pPr algn="dist" fontAlgn="auto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面寬約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約米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dist" fontAlgn="auto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深度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dist" fontAlgn="auto"/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約米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842448"/>
                  </a:ext>
                </a:extLst>
              </a:tr>
              <a:tr h="758600">
                <a:tc gridSpan="2">
                  <a:txBody>
                    <a:bodyPr/>
                    <a:lstStyle/>
                    <a:p>
                      <a:pPr algn="dist" fontAlgn="auto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建蔽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容積率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dist" fontAlgn="auto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使用分區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dist" fontAlgn="auto"/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961771"/>
                  </a:ext>
                </a:extLst>
              </a:tr>
              <a:tr h="6687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備註：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253331"/>
                  </a:ext>
                </a:extLst>
              </a:tr>
              <a:tr h="229576">
                <a:tc gridSpan="2">
                  <a:txBody>
                    <a:bodyPr/>
                    <a:lstStyle/>
                    <a:p>
                      <a:pPr algn="dist" fontAlgn="auto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進案日期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111.12.13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50" b="1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契約編號</a:t>
                      </a: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EA</a:t>
                      </a:r>
                      <a:endParaRPr lang="zh-TW" altLang="en-US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239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81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212682-29F0-4C5B-8129-C3D82306E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23694"/>
              </p:ext>
            </p:extLst>
          </p:nvPr>
        </p:nvGraphicFramePr>
        <p:xfrm>
          <a:off x="0" y="-1"/>
          <a:ext cx="9922261" cy="6767512"/>
        </p:xfrm>
        <a:graphic>
          <a:graphicData uri="http://schemas.openxmlformats.org/drawingml/2006/table">
            <a:tbl>
              <a:tblPr/>
              <a:tblGrid>
                <a:gridCol w="474400">
                  <a:extLst>
                    <a:ext uri="{9D8B030D-6E8A-4147-A177-3AD203B41FA5}">
                      <a16:colId xmlns:a16="http://schemas.microsoft.com/office/drawing/2014/main" val="3878521390"/>
                    </a:ext>
                  </a:extLst>
                </a:gridCol>
                <a:gridCol w="135543">
                  <a:extLst>
                    <a:ext uri="{9D8B030D-6E8A-4147-A177-3AD203B41FA5}">
                      <a16:colId xmlns:a16="http://schemas.microsoft.com/office/drawing/2014/main" val="1031297092"/>
                    </a:ext>
                  </a:extLst>
                </a:gridCol>
                <a:gridCol w="214609">
                  <a:extLst>
                    <a:ext uri="{9D8B030D-6E8A-4147-A177-3AD203B41FA5}">
                      <a16:colId xmlns:a16="http://schemas.microsoft.com/office/drawing/2014/main" val="4038474950"/>
                    </a:ext>
                  </a:extLst>
                </a:gridCol>
                <a:gridCol w="350153">
                  <a:extLst>
                    <a:ext uri="{9D8B030D-6E8A-4147-A177-3AD203B41FA5}">
                      <a16:colId xmlns:a16="http://schemas.microsoft.com/office/drawing/2014/main" val="1714464854"/>
                    </a:ext>
                  </a:extLst>
                </a:gridCol>
                <a:gridCol w="248496">
                  <a:extLst>
                    <a:ext uri="{9D8B030D-6E8A-4147-A177-3AD203B41FA5}">
                      <a16:colId xmlns:a16="http://schemas.microsoft.com/office/drawing/2014/main" val="3831447774"/>
                    </a:ext>
                  </a:extLst>
                </a:gridCol>
                <a:gridCol w="372742">
                  <a:extLst>
                    <a:ext uri="{9D8B030D-6E8A-4147-A177-3AD203B41FA5}">
                      <a16:colId xmlns:a16="http://schemas.microsoft.com/office/drawing/2014/main" val="6004659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884762"/>
                    </a:ext>
                  </a:extLst>
                </a:gridCol>
                <a:gridCol w="214609">
                  <a:extLst>
                    <a:ext uri="{9D8B030D-6E8A-4147-A177-3AD203B41FA5}">
                      <a16:colId xmlns:a16="http://schemas.microsoft.com/office/drawing/2014/main" val="1501006042"/>
                    </a:ext>
                  </a:extLst>
                </a:gridCol>
                <a:gridCol w="301206">
                  <a:extLst>
                    <a:ext uri="{9D8B030D-6E8A-4147-A177-3AD203B41FA5}">
                      <a16:colId xmlns:a16="http://schemas.microsoft.com/office/drawing/2014/main" val="3747367264"/>
                    </a:ext>
                  </a:extLst>
                </a:gridCol>
                <a:gridCol w="225905">
                  <a:extLst>
                    <a:ext uri="{9D8B030D-6E8A-4147-A177-3AD203B41FA5}">
                      <a16:colId xmlns:a16="http://schemas.microsoft.com/office/drawing/2014/main" val="328104328"/>
                    </a:ext>
                  </a:extLst>
                </a:gridCol>
                <a:gridCol w="94128">
                  <a:extLst>
                    <a:ext uri="{9D8B030D-6E8A-4147-A177-3AD203B41FA5}">
                      <a16:colId xmlns:a16="http://schemas.microsoft.com/office/drawing/2014/main" val="3538060447"/>
                    </a:ext>
                  </a:extLst>
                </a:gridCol>
                <a:gridCol w="131777">
                  <a:extLst>
                    <a:ext uri="{9D8B030D-6E8A-4147-A177-3AD203B41FA5}">
                      <a16:colId xmlns:a16="http://schemas.microsoft.com/office/drawing/2014/main" val="2577669608"/>
                    </a:ext>
                  </a:extLst>
                </a:gridCol>
                <a:gridCol w="432983">
                  <a:extLst>
                    <a:ext uri="{9D8B030D-6E8A-4147-A177-3AD203B41FA5}">
                      <a16:colId xmlns:a16="http://schemas.microsoft.com/office/drawing/2014/main" val="2155590119"/>
                    </a:ext>
                  </a:extLst>
                </a:gridCol>
                <a:gridCol w="41430">
                  <a:extLst>
                    <a:ext uri="{9D8B030D-6E8A-4147-A177-3AD203B41FA5}">
                      <a16:colId xmlns:a16="http://schemas.microsoft.com/office/drawing/2014/main" val="3722426526"/>
                    </a:ext>
                  </a:extLst>
                </a:gridCol>
                <a:gridCol w="150603">
                  <a:extLst>
                    <a:ext uri="{9D8B030D-6E8A-4147-A177-3AD203B41FA5}">
                      <a16:colId xmlns:a16="http://schemas.microsoft.com/office/drawing/2014/main" val="3466466559"/>
                    </a:ext>
                  </a:extLst>
                </a:gridCol>
                <a:gridCol w="583588">
                  <a:extLst>
                    <a:ext uri="{9D8B030D-6E8A-4147-A177-3AD203B41FA5}">
                      <a16:colId xmlns:a16="http://schemas.microsoft.com/office/drawing/2014/main" val="493112038"/>
                    </a:ext>
                  </a:extLst>
                </a:gridCol>
                <a:gridCol w="1039179">
                  <a:extLst>
                    <a:ext uri="{9D8B030D-6E8A-4147-A177-3AD203B41FA5}">
                      <a16:colId xmlns:a16="http://schemas.microsoft.com/office/drawing/2014/main" val="3155580962"/>
                    </a:ext>
                  </a:extLst>
                </a:gridCol>
                <a:gridCol w="188254">
                  <a:extLst>
                    <a:ext uri="{9D8B030D-6E8A-4147-A177-3AD203B41FA5}">
                      <a16:colId xmlns:a16="http://schemas.microsoft.com/office/drawing/2014/main" val="3736384435"/>
                    </a:ext>
                  </a:extLst>
                </a:gridCol>
                <a:gridCol w="131777">
                  <a:extLst>
                    <a:ext uri="{9D8B030D-6E8A-4147-A177-3AD203B41FA5}">
                      <a16:colId xmlns:a16="http://schemas.microsoft.com/office/drawing/2014/main" val="3588091477"/>
                    </a:ext>
                  </a:extLst>
                </a:gridCol>
                <a:gridCol w="244729">
                  <a:extLst>
                    <a:ext uri="{9D8B030D-6E8A-4147-A177-3AD203B41FA5}">
                      <a16:colId xmlns:a16="http://schemas.microsoft.com/office/drawing/2014/main" val="786777292"/>
                    </a:ext>
                  </a:extLst>
                </a:gridCol>
                <a:gridCol w="282380">
                  <a:extLst>
                    <a:ext uri="{9D8B030D-6E8A-4147-A177-3AD203B41FA5}">
                      <a16:colId xmlns:a16="http://schemas.microsoft.com/office/drawing/2014/main" val="1209981476"/>
                    </a:ext>
                  </a:extLst>
                </a:gridCol>
                <a:gridCol w="282380">
                  <a:extLst>
                    <a:ext uri="{9D8B030D-6E8A-4147-A177-3AD203B41FA5}">
                      <a16:colId xmlns:a16="http://schemas.microsoft.com/office/drawing/2014/main" val="1396971740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2396728457"/>
                    </a:ext>
                  </a:extLst>
                </a:gridCol>
                <a:gridCol w="263556">
                  <a:extLst>
                    <a:ext uri="{9D8B030D-6E8A-4147-A177-3AD203B41FA5}">
                      <a16:colId xmlns:a16="http://schemas.microsoft.com/office/drawing/2014/main" val="3624593339"/>
                    </a:ext>
                  </a:extLst>
                </a:gridCol>
                <a:gridCol w="75302">
                  <a:extLst>
                    <a:ext uri="{9D8B030D-6E8A-4147-A177-3AD203B41FA5}">
                      <a16:colId xmlns:a16="http://schemas.microsoft.com/office/drawing/2014/main" val="3343662162"/>
                    </a:ext>
                  </a:extLst>
                </a:gridCol>
                <a:gridCol w="75302">
                  <a:extLst>
                    <a:ext uri="{9D8B030D-6E8A-4147-A177-3AD203B41FA5}">
                      <a16:colId xmlns:a16="http://schemas.microsoft.com/office/drawing/2014/main" val="3623472473"/>
                    </a:ext>
                  </a:extLst>
                </a:gridCol>
                <a:gridCol w="41430">
                  <a:extLst>
                    <a:ext uri="{9D8B030D-6E8A-4147-A177-3AD203B41FA5}">
                      <a16:colId xmlns:a16="http://schemas.microsoft.com/office/drawing/2014/main" val="1051477069"/>
                    </a:ext>
                  </a:extLst>
                </a:gridCol>
                <a:gridCol w="41430">
                  <a:extLst>
                    <a:ext uri="{9D8B030D-6E8A-4147-A177-3AD203B41FA5}">
                      <a16:colId xmlns:a16="http://schemas.microsoft.com/office/drawing/2014/main" val="3004890423"/>
                    </a:ext>
                  </a:extLst>
                </a:gridCol>
                <a:gridCol w="75302">
                  <a:extLst>
                    <a:ext uri="{9D8B030D-6E8A-4147-A177-3AD203B41FA5}">
                      <a16:colId xmlns:a16="http://schemas.microsoft.com/office/drawing/2014/main" val="3756828194"/>
                    </a:ext>
                  </a:extLst>
                </a:gridCol>
                <a:gridCol w="41430">
                  <a:extLst>
                    <a:ext uri="{9D8B030D-6E8A-4147-A177-3AD203B41FA5}">
                      <a16:colId xmlns:a16="http://schemas.microsoft.com/office/drawing/2014/main" val="3896382912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973940583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950075848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1085854710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488593778"/>
                    </a:ext>
                  </a:extLst>
                </a:gridCol>
                <a:gridCol w="131777">
                  <a:extLst>
                    <a:ext uri="{9D8B030D-6E8A-4147-A177-3AD203B41FA5}">
                      <a16:colId xmlns:a16="http://schemas.microsoft.com/office/drawing/2014/main" val="1619362888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931801021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3066527923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837389144"/>
                    </a:ext>
                  </a:extLst>
                </a:gridCol>
                <a:gridCol w="75302">
                  <a:extLst>
                    <a:ext uri="{9D8B030D-6E8A-4147-A177-3AD203B41FA5}">
                      <a16:colId xmlns:a16="http://schemas.microsoft.com/office/drawing/2014/main" val="3200585432"/>
                    </a:ext>
                  </a:extLst>
                </a:gridCol>
                <a:gridCol w="75302">
                  <a:extLst>
                    <a:ext uri="{9D8B030D-6E8A-4147-A177-3AD203B41FA5}">
                      <a16:colId xmlns:a16="http://schemas.microsoft.com/office/drawing/2014/main" val="1202098188"/>
                    </a:ext>
                  </a:extLst>
                </a:gridCol>
                <a:gridCol w="244729">
                  <a:extLst>
                    <a:ext uri="{9D8B030D-6E8A-4147-A177-3AD203B41FA5}">
                      <a16:colId xmlns:a16="http://schemas.microsoft.com/office/drawing/2014/main" val="2874764693"/>
                    </a:ext>
                  </a:extLst>
                </a:gridCol>
                <a:gridCol w="150603">
                  <a:extLst>
                    <a:ext uri="{9D8B030D-6E8A-4147-A177-3AD203B41FA5}">
                      <a16:colId xmlns:a16="http://schemas.microsoft.com/office/drawing/2014/main" val="670984397"/>
                    </a:ext>
                  </a:extLst>
                </a:gridCol>
                <a:gridCol w="41430">
                  <a:extLst>
                    <a:ext uri="{9D8B030D-6E8A-4147-A177-3AD203B41FA5}">
                      <a16:colId xmlns:a16="http://schemas.microsoft.com/office/drawing/2014/main" val="1026231578"/>
                    </a:ext>
                  </a:extLst>
                </a:gridCol>
                <a:gridCol w="244729">
                  <a:extLst>
                    <a:ext uri="{9D8B030D-6E8A-4147-A177-3AD203B41FA5}">
                      <a16:colId xmlns:a16="http://schemas.microsoft.com/office/drawing/2014/main" val="1358371627"/>
                    </a:ext>
                  </a:extLst>
                </a:gridCol>
                <a:gridCol w="320031">
                  <a:extLst>
                    <a:ext uri="{9D8B030D-6E8A-4147-A177-3AD203B41FA5}">
                      <a16:colId xmlns:a16="http://schemas.microsoft.com/office/drawing/2014/main" val="3624409342"/>
                    </a:ext>
                  </a:extLst>
                </a:gridCol>
                <a:gridCol w="150603">
                  <a:extLst>
                    <a:ext uri="{9D8B030D-6E8A-4147-A177-3AD203B41FA5}">
                      <a16:colId xmlns:a16="http://schemas.microsoft.com/office/drawing/2014/main" val="793141114"/>
                    </a:ext>
                  </a:extLst>
                </a:gridCol>
                <a:gridCol w="169428">
                  <a:extLst>
                    <a:ext uri="{9D8B030D-6E8A-4147-A177-3AD203B41FA5}">
                      <a16:colId xmlns:a16="http://schemas.microsoft.com/office/drawing/2014/main" val="2863871917"/>
                    </a:ext>
                  </a:extLst>
                </a:gridCol>
              </a:tblGrid>
              <a:tr h="67087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案名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9">
                  <a:txBody>
                    <a:bodyPr/>
                    <a:lstStyle/>
                    <a:p>
                      <a:pPr algn="ctr" fontAlgn="ctr"/>
                      <a:endParaRPr lang="zh-TW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地址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5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67290"/>
                  </a:ext>
                </a:extLst>
              </a:tr>
              <a:tr h="66268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endParaRPr lang="zh-TW" alt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委託總價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zh-TW" sz="3600" b="1" i="0" u="none" strike="noStrike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萬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34103"/>
                  </a:ext>
                </a:extLst>
              </a:tr>
              <a:tr h="57985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總地坪：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endParaRPr lang="en-US" altLang="zh-TW" sz="2400" b="1" i="0" u="none" strike="noStrike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坪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室內坪：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zh-TW" sz="2400" b="1" i="0" u="none" strike="noStrike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坪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192294"/>
                  </a:ext>
                </a:extLst>
              </a:tr>
              <a:tr h="5487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總建坪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endParaRPr lang="en-US" altLang="zh-TW" sz="2400" b="1" i="0" u="none" strike="noStrike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坪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格局：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en-US" altLang="zh-TW" sz="28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492799"/>
                  </a:ext>
                </a:extLst>
              </a:tr>
              <a:tr h="57985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面寬：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深度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臨路：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米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483483"/>
                  </a:ext>
                </a:extLst>
              </a:tr>
              <a:tr h="67087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樓層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朝向：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057712"/>
                  </a:ext>
                </a:extLst>
              </a:tr>
              <a:tr h="50737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車位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管理費：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365966"/>
                  </a:ext>
                </a:extLst>
              </a:tr>
              <a:tr h="54878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建築完成日期</a:t>
                      </a: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屋齡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約年屋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社區名稱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873201"/>
                  </a:ext>
                </a:extLst>
              </a:tr>
              <a:tr h="82836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現況：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鑰匙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560265"/>
                  </a:ext>
                </a:extLst>
              </a:tr>
              <a:tr h="93190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備註：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7">
                  <a:txBody>
                    <a:bodyPr/>
                    <a:lstStyle/>
                    <a:p>
                      <a:pPr algn="l" fontAlgn="t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477886"/>
                  </a:ext>
                </a:extLst>
              </a:tr>
              <a:tr h="238154">
                <a:tc gridSpan="4">
                  <a:txBody>
                    <a:bodyPr/>
                    <a:lstStyle/>
                    <a:p>
                      <a:pPr algn="dist" fontAlgn="auto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進案日期</a:t>
                      </a: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l" fontAlgn="ctr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112.03.01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契約編號</a:t>
                      </a: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EA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607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28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2151</TotalTime>
  <Words>176</Words>
  <Application>Microsoft Office PowerPoint</Application>
  <PresentationFormat>自訂</PresentationFormat>
  <Paragraphs>94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城 連</cp:lastModifiedBy>
  <cp:revision>229</cp:revision>
  <dcterms:created xsi:type="dcterms:W3CDTF">2020-03-21T01:32:43Z</dcterms:created>
  <dcterms:modified xsi:type="dcterms:W3CDTF">2025-07-02T03:31:52Z</dcterms:modified>
</cp:coreProperties>
</file>